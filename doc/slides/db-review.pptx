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34テーブル</a:t>
            </a:r>
            <a:r>
              <a:rPr sz="1250" b="0" i="0">
                <a:solidFill>
                  <a:srgbClr val="64748B"/>
                </a:solidFill>
                <a:latin typeface="Meiryo"/>
                <a:cs typeface="Meiryo"/>
                <a:ea typeface="Meiryo"/>
              </a:rPr>
              <a:t>   業務ドメインごとに10のまとまり。tenants以外の33枚はすべて同じ形を守る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アプリが読み書きしている16枚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(3)</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customer_coupons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稼働中の16枚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51960"/>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46888">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世帯構成員。アレルギーは専用の2列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への複合FK。未確認/なし/ありを区別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この16枚が「土台」です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この18枚も既存16枚と同じ規約(tenant_id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この形を適用した参照(全50本)</a:t>
            </a:r>
            <a:r>
              <a:rPr sz="1050" b="0" i="0">
                <a:solidFill>
                  <a:srgbClr val="64748B"/>
                </a:solidFill>
                <a:latin typeface="Meiryo"/>
                <a:cs typeface="Meiryo"/>
                <a:ea typeface="Meiryo"/>
              </a:rPr>
              <a:t>   下は稼働中の16枚にあるもの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クーポンの3枚(customer_coupons / coupon_redemptions)も同じ形で customers・coupons・daily_reports を指しています。先行整備の18枚も同じ規約に載せてあり、複合外部キーは全部で50本です。参照先には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既存16枚と同じ規約に載せてある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業務ロジックが外部に求める窓口の定義(29本)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ER図と全34テーブルの全列一覧。スキーマから自動生成(pnpm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