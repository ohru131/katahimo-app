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doc/slides/db-review.pptx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テーブル設計の詳細(doc/slides/db-review.pptx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 doc/proposal/gas-bridge.md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248ファイル / 約32,900行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63ファイル / 842件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44テーブル</a:t>
            </a:r>
            <a:r>
              <a:rPr sz="1050" b="0">
                <a:solidFill>
                  <a:srgbClr val="14223A"/>
                </a:solidFill>
                <a:latin typeface="Meiryo"/>
                <a:cs typeface="Meiryo"/>
                <a:ea typeface="Meiryo"/>
              </a:rPr>
              <a:t> / マイグレーション6本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勤怠(月次集計・カレンダー反映) / スタッフ管理 / RESERVA取込 / 割引クーポン / AIプロンプト文面の編集(版管理)・日報AIの3軸(年齢帯×教育関心度×ストレス度)まで接続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移動手当は表と制約のみ</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doc/proposal/tech-stack.md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0.45</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18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形(インターフェース)を33本定義している。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33本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データの読み書き(19本)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0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PromptTemplate AIプロンプト文面</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TenantKey 暗号鍵</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ReportAiConfig 日報AIの3軸設定</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CustomerReportProfile 家庭ごとの★</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ReportAiGeneration AI生成の記録</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0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0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テストでは偽の実装を渡すだけで済む。データベースも外部APIも起動しないため、842件のテストが約35秒で終わる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この方針にした理由(doc/proposal/gas-bridge.md)</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doc/slides/db-review.pptx P15)</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同じマイグレーション(44テーブル)・同じ行レベルセキュリティ・同じ業務ロジック・同じAPIルート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デモデータは前回開いた日の翌日から「今日」まで自動で追い足す(何日か空けても履歴が続く)</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テスト63ファイル / 842件。分布は意図的に偏らせている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doc/proposal/tech-stack.md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206240"/>
        </p:xfrm>
        <a:graphic>
          <a:graphicData uri="http://schemas.openxmlformats.org/drawingml/2006/table">
            <a:tbl>
              <a:tblPr firstRow="1" bandRow="1">
                <a:tableStyleId>{5C22544A-7EE6-4342-B048-85BDC9FD1C3A}</a:tableStyleId>
              </a:tblPr>
              <a:tblGrid>
                <a:gridCol w="3969607"/>
                <a:gridCol w="1443493"/>
                <a:gridCol w="5864193"/>
              </a:tblGrid>
              <a:tr h="283464">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35661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44テーブル、複合外部キー、FORCE。静的検査と実DB検証をCIで実行</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AIプロンプトの文面編集・日報AIの3軸(年齢帯×教育関心度×ストレス度)</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文面はDBで版管理。3軸は表・管理画面・生成API・保存・記録(保持期間つき)まで接続済み</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予約・請求・カルテ・訪問割当の最適化・移動手当</a:t>
                      </a:r>
                    </a:p>
                  </a:txBody>
                  <a:tcPr marL="64008" marR="64008" marT="27432" marB="27432" anchor="ctr">
                    <a:solidFill>
                      <a:srgbClr val="FFFFFF"/>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表と制約のみ。リポジトリ・API・画面はこれから</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8FAFC"/>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FFFFF"/>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FFFFF"/>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doc/slides/db-review.pptx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予約・請求・カルテ・訪問最適化・移動手当は表と制約のみ(日報AIの3軸は実装済みで対象外)。予約の二重取りはDBで止められず、アプリ側の責任。</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44テーブルすべてで同じスキーマ規約。新しい表を足す手順が決まっている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毎pushで静的検査・型検査・842件のテスト・本番ビルド・混入検査まで自動実行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39列の肥大化、業務データを平文にした前提、予約の二重取り防止、廃棄手順、監査の時期(doc/slides/db-review.pptx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資料の一覧と読む順は doc/README.md。設計の背景は doc/proposal/、データベースの詳細は doc/db/、説明用スライドは doc/slides/(本資料と、データベース構造レビュー・業務確認用の3本)。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