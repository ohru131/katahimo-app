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doc/12_データベース構造レビュー資料.pptx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テーブル設計の詳細(doc/12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 doc/10_GAS版連携の制約と方針.md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229ファイル / 約27,500行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56ファイル / 728件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34テーブル</a:t>
            </a:r>
            <a:r>
              <a:rPr sz="1050" b="0">
                <a:solidFill>
                  <a:srgbClr val="14223A"/>
                </a:solidFill>
                <a:latin typeface="Meiryo"/>
                <a:cs typeface="Meiryo"/>
                <a:ea typeface="Meiryo"/>
              </a:rPr>
              <a:t> / マイグレーション1本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 / スタッフ管理 / RESERVA取込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移動手当(表と制約はあるが、実装・API・画面は無い)</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doc/07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0.38</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19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形(インターフェース)を29本定義している。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29本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データの読み書き(14本)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5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テストでは偽の実装を渡すだけで済む。データベースも外部APIも起動しないため、728件のテストが約15秒で終わる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この方針にした理由(doc/10)</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doc/12 P13)</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同じマイグレーション(34テーブル)・同じ行レベルセキュリティ・同じ業務ロジック・同じAPIルート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テスト56ファイル / 728件。分布は意図的に偏らせている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doc/07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325112"/>
        </p:xfrm>
        <a:graphic>
          <a:graphicData uri="http://schemas.openxmlformats.org/drawingml/2006/table">
            <a:tbl>
              <a:tblPr firstRow="1" bandRow="1">
                <a:tableStyleId>{5C22544A-7EE6-4342-B048-85BDC9FD1C3A}</a:tableStyleId>
              </a:tblPr>
              <a:tblGrid>
                <a:gridCol w="3969607"/>
                <a:gridCol w="1443493"/>
                <a:gridCol w="5864193"/>
              </a:tblGrid>
              <a:tr h="301752">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34テーブル、複合外部キー、FORCE。静的検査と実DB検証をCIで実行</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予約・請求・カルテ</a:t>
                      </a:r>
                    </a:p>
                  </a:txBody>
                  <a:tcPr marL="64008" marR="64008" marT="27432" marB="27432" anchor="ctr">
                    <a:solidFill>
                      <a:srgbClr val="F8FAFC"/>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表・制約・ドキュメントはある。リポジトリ実装・API・画面はこれから</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doc/12_データベース構造レビュー資料.pptx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先行整備した5ドメインの進め方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予約・請求・カルテ・訪問最適化・移動手当は、表と制約だけ先に用意してある。予約の二重取りだけはDBで止められておらず、アプリ側の責任になっている。</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34テーブルすべてで同じスキーマ規約。新しい表を足す手順が決まっている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毎pushで静的検査・型検査・728件のテスト・本番ビルド・混入検査まで自動実行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先行整備した5ドメインを実装へ進める順番(③)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37列の肥大化、業務データを平文にした前提、予約の二重取り防止、廃棄手順、監査の時期(doc/12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doc/07 技術構成提案書 / doc/09 データベース構造解説 / doc/10 GAS版連携の制約と方針 / doc/11 アーキテクチャ説明スライド(HTML) / doc/12 データベース構造レビュー資料(PowerPoint)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