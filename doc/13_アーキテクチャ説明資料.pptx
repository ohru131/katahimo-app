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229ファイル / 約27,500行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56ファイル / 728件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マイグレーション2本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データの読み書き(15本)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テストでは偽の実装を渡すだけで済む。データベースも外部APIも起動しないため、728件のテストが約15秒で終わる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テスト56ファイル / 728件。分布は意図的に偏らせている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毎pushで静的検査・型検査・728件のテスト・本番ビルド・混入検査まで自動実行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